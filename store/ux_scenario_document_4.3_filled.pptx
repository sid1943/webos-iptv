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Optimize UX Scenario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 ID: com.tv.optimize</a:t>
            </a:r>
          </a:p>
          <a:p>
            <a:r>
              <a:t>Vendor: Optimize</a:t>
            </a:r>
          </a:p>
          <a:p>
            <a:r>
              <a:t>Date: 2026-02-07</a:t>
            </a:r>
          </a:p>
          <a:p>
            <a:r>
              <a:t>Contact: botshome1943@gmail.com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M3U/M3U8 playlist player for LG webOS TVs</a:t>
            </a:r>
          </a:p>
          <a:p>
            <a:pPr/>
            <a:r>
              <a:t>No bundled playlists or streams; users add their own URLs</a:t>
            </a:r>
          </a:p>
          <a:p>
            <a:pPr/>
            <a:r>
              <a:t>Plays live streams and supports EPG when provided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Viewing screen with playback</a:t>
            </a:r>
          </a:p>
          <a:p>
            <a:pPr/>
            <a:r>
              <a:t>Channel list sidebar (OK/Enter)</a:t>
            </a:r>
          </a:p>
          <a:p>
            <a:pPr/>
            <a:r>
              <a:t>EPG grid (Green key)</a:t>
            </a:r>
          </a:p>
          <a:p>
            <a:pPr/>
            <a:r>
              <a:t>Settings panel for playlist management (Blue key)</a:t>
            </a:r>
          </a:p>
          <a:p>
            <a:pPr/>
            <a:r>
              <a:t>Info bar overlay (Yellow key)</a:t>
            </a:r>
          </a:p>
          <a:p>
            <a:pPr/>
            <a:r>
              <a:t>Empty state when no playlists are configured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1: First Launch (No Playlists)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Launch Optimize from home screen</a:t>
            </a:r>
          </a:p>
          <a:p>
            <a:pPr/>
            <a:r>
              <a:t>App shows loading then empty state</a:t>
            </a:r>
          </a:p>
          <a:p>
            <a:pPr/>
            <a:r>
              <a:t>User opens Settings to add a playlist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2: Add Playlist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Press Blue to open Settings</a:t>
            </a:r>
          </a:p>
          <a:p>
            <a:pPr/>
            <a:r>
              <a:t>Add playlist name and M3U/M3U8 URL</a:t>
            </a:r>
          </a:p>
          <a:p>
            <a:pPr/>
            <a:r>
              <a:t>Channels load and channel list appears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3: Playback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 a channel to start playback</a:t>
            </a:r>
          </a:p>
          <a:p>
            <a:pPr/>
            <a:r>
              <a:t>Use Up/Down to zap channels</a:t>
            </a:r>
          </a:p>
          <a:p>
            <a:pPr/>
            <a:r>
              <a:t>Red toggles favorites, Yellow shows info bar</a:t>
            </a:r>
          </a:p>
          <a:p>
            <a:pPr/>
            <a:r>
              <a:t>Back returns to previous channel, then exits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4: EPG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If playlist includes EPG URL, Green opens Programme Guide</a:t>
            </a:r>
          </a:p>
          <a:p>
            <a:pPr/>
            <a:r>
              <a:t>Navigate grid and select a programme to tune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If stream fails, show toast and recover</a:t>
            </a:r>
          </a:p>
          <a:p>
            <a:pPr/>
            <a:r>
              <a:t>If network is offline, cached data is used when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Settings, playlists, favorites, and history stored locally</a:t>
            </a:r>
          </a:p>
          <a:p>
            <a:pPr/>
            <a:r>
              <a:t>No accounts, analytics, or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